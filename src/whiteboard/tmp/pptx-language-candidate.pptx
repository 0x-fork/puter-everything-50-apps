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</p:sldIdLst>
  <p:sldSz cx="12192000" cy="6858000"/>
  <p:notesSz cx="6858000" cy="9144000"/>
  <p:defaultTextStyle>
    <a:defPPr>
      <a:defRPr lang="en-C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 dirty="0"/>
              <a:t>Bonjour </a:t>
            </a:r>
            <a:r>
              <a:rPr lang="en-GB" dirty="0"/>
              <a:t>hello</a:t>
            </a:r>
          </a:p>
          <a:p>
            <a:r>
              <a:rPr lang="fr-CA" dirty="0"/>
              <a:t>Merci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Title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algn="l" defTabSz="914400" rtl="0" eaLnBrk="1" latinLnBrk="0" hangingPunct="1">
        <a:spcBef>
          <a:spcPts val="600"/>
        </a:spcBef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>
            <a:normAutofit/>
          </a:bodyPr>
          <a:lstStyle/>
          <a:p>
            <a:r>
              <a:rPr lang="en-CA" dirty="0"/>
              <a:t>Hello </a:t>
            </a:r>
            <a:r>
              <a:rPr lang="fr-CA" dirty="0"/>
              <a:t>bonjour</a:t>
            </a:r>
          </a:p>
        </p:txBody>
      </p:sp>
      <p:pic>
        <p:nvPicPr>
          <p:cNvPr id="3" name="Board image" descr="Hello bonjour. Bonjour hello Merci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568" y="1005840"/>
            <a:ext cx="8096865" cy="5577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hiteboar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hiteboard Not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Whiteboard</Application>
  <PresentationFormat>Widescreen</PresentationFormat>
  <Slides>1</Slides>
  <Notes>1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Language preservation</dc:title>
  <dc:creator>Whiteboard</dc:creator>
  <dc:language>en-CA</dc:language>
</cp:coreProperties>
</file>