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defPPr>
      <a:defRPr lang="en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Bonjour </a:t>
            </a:r>
            <a:r>
              <a:rPr lang="en-GB" dirty="0"/>
              <a:t>hello</a:t>
            </a:r>
          </a:p>
          <a:p>
            <a:r>
              <a:rPr lang="fr-CA" dirty="0"/>
              <a:t>Merci</a:t>
            </a:r>
          </a:p>
          <a:p>
            <a:r>
              <a:rPr lang="fr" dirty="0"/>
              <a:t>Bonjour | </a:t>
            </a:r>
            <a:r>
              <a:rPr lang="en-GB" dirty="0"/>
              <a:t>hello</a:t>
            </a:r>
          </a:p>
          <a:p>
            <a:r>
              <a:rPr lang="fr" dirty="0"/>
              <a:t>Merci | </a:t>
            </a:r>
            <a:r>
              <a:rPr lang="en-CA" dirty="0"/>
              <a:t>thanks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 rtl="0" eaLnBrk="1" latinLnBrk="0" hangingPunct="1">
        <a:spcBef>
          <a:spcPts val="6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>
            <a:normAutofit/>
          </a:bodyPr>
          <a:lstStyle/>
          <a:p>
            <a:r>
              <a:rPr lang="en-CA" dirty="0"/>
              <a:t>Hello </a:t>
            </a:r>
            <a:r>
              <a:rPr lang="fr-CA" dirty="0"/>
              <a:t>bonjour</a:t>
            </a:r>
          </a:p>
        </p:txBody>
      </p:sp>
      <p:pic>
        <p:nvPicPr>
          <p:cNvPr id="3" name="Board image" descr="Hello bonjour. Bonjour hello Merci Bonjour | hello Merci | than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28" y="1005840"/>
            <a:ext cx="8924544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board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Whiteboard</Application>
  <PresentationFormat>Widescreen</PresentationFormat>
  <Slides>1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preservation</dc:title>
  <dc:creator>Whiteboard</dc:creator>
  <dc:language>en-CA</dc:language>
</cp:coreProperties>
</file>